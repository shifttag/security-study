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81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73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57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89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40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9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32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74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76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8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64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8DEBC-AC61-4FDD-82D9-A7582446DC6B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6741B-D607-4058-BF03-30C5FA9E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94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자유서식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표지만 배경을 어둡게</a:t>
            </a:r>
            <a:r>
              <a:rPr lang="en-US" altLang="ko-KR" dirty="0"/>
              <a:t>… </a:t>
            </a:r>
            <a:r>
              <a:rPr lang="ko-KR" altLang="en-US" dirty="0"/>
              <a:t>사진이 </a:t>
            </a:r>
            <a:r>
              <a:rPr lang="ko-KR" altLang="en-US" dirty="0" err="1"/>
              <a:t>잘나옴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이외는 모두 </a:t>
            </a:r>
            <a:r>
              <a:rPr lang="ko-KR" altLang="en-US" dirty="0" err="1"/>
              <a:t>밝은색</a:t>
            </a:r>
            <a:r>
              <a:rPr lang="ko-KR" altLang="en-US" dirty="0"/>
              <a:t> 배경으로</a:t>
            </a:r>
            <a:r>
              <a:rPr lang="en-US" altLang="ko-KR" dirty="0"/>
              <a:t>..</a:t>
            </a:r>
          </a:p>
          <a:p>
            <a:r>
              <a:rPr lang="ko-KR" altLang="en-US" dirty="0"/>
              <a:t>본문내에 </a:t>
            </a:r>
            <a:r>
              <a:rPr lang="ko-KR" altLang="en-US" dirty="0">
                <a:solidFill>
                  <a:srgbClr val="FF0000"/>
                </a:solidFill>
              </a:rPr>
              <a:t>동영상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음성파일 </a:t>
            </a:r>
            <a:r>
              <a:rPr lang="ko-KR" altLang="en-US" dirty="0"/>
              <a:t>등 금지</a:t>
            </a:r>
            <a:r>
              <a:rPr lang="en-US" altLang="ko-KR" dirty="0"/>
              <a:t>,</a:t>
            </a:r>
            <a:r>
              <a:rPr lang="ko-KR" altLang="en-US" dirty="0"/>
              <a:t> 발표 중 재생 불가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용량 </a:t>
            </a:r>
            <a:r>
              <a:rPr lang="en-US" altLang="ko-KR" dirty="0"/>
              <a:t>10M</a:t>
            </a:r>
            <a:r>
              <a:rPr lang="ko-KR" altLang="en-US" dirty="0"/>
              <a:t>이하</a:t>
            </a:r>
            <a:r>
              <a:rPr lang="en-US" altLang="ko-KR" dirty="0"/>
              <a:t>(</a:t>
            </a:r>
            <a:r>
              <a:rPr lang="ko-KR" altLang="en-US" dirty="0"/>
              <a:t>이상이면 접수 안됨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909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10E14-6B01-43EE-9EC9-A0A1F23BF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6AD3B-4A0E-4720-B2EF-66D81B4E6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본문내에 동영상</a:t>
            </a:r>
            <a:r>
              <a:rPr lang="en-US" altLang="ko-KR" dirty="0"/>
              <a:t>, </a:t>
            </a:r>
            <a:r>
              <a:rPr lang="ko-KR" altLang="en-US" dirty="0" err="1"/>
              <a:t>음성파일등</a:t>
            </a:r>
            <a:r>
              <a:rPr lang="ko-KR" altLang="en-US" dirty="0"/>
              <a:t> 금지</a:t>
            </a:r>
            <a:r>
              <a:rPr lang="en-US" altLang="ko-KR" dirty="0"/>
              <a:t>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9617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자유서식</vt:lpstr>
      <vt:lpstr>PowerPoint 프레젠테이션</vt:lpstr>
    </vt:vector>
  </TitlesOfParts>
  <Company>응꼼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응큼꼼돌이</dc:creator>
  <cp:lastModifiedBy>birochya</cp:lastModifiedBy>
  <cp:revision>7</cp:revision>
  <dcterms:created xsi:type="dcterms:W3CDTF">2017-12-04T04:09:31Z</dcterms:created>
  <dcterms:modified xsi:type="dcterms:W3CDTF">2026-06-04T01:31:48Z</dcterms:modified>
</cp:coreProperties>
</file>